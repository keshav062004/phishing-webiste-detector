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Phishing Detection Using Machine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Keshav Gupta (2210990505) | Muskan Saini (2210991945)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Aishwary Chauhan (2210991209) | Tejasvi Jhamta (2210992464)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&amp;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Phishing is a social engineering cyberattack where attackers impersonate trusted entities to steal credentials or financial information.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APWG data: Detected phishing sites grew from ~266,000 (2019) to over 1.6 million (2024).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Financial losses: USD 1.8 billion (2019) → USD 24.7 billion (2024) — a 13x increase.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blocklists are reactive — threats are often catalogued after damage is done.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enables proactive detection by learning structural signatures of phishing URLs.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builds a lightweight URL-only classifier — no page rendering, no WHOIS lookups, no external dependencies.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Core Challenge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Phishing attacks are growing exponentially  over 1.6 million new phishing sites detected in 2024.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blocklist-based defences are reactive; they fail against novel, zero-day phishing domains.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Technical Gaps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Most high-accuracy systems rely on heavy feature engineering: WHOIS lookups, DOM parsing, browser rendering.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Such systems have high latency and external dependencies, making them impractical for real-time deployment.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Research Gap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Can classical ML models operating on raw URL strings alone achieve near state-of-the-art accuracy?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Can inference be achieved in under 1 ms without any network calls or GPU requirements?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Primary Objectives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Build a reproducible TF-IDF vectorisation pipeline operating directly on raw URL strings.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Compare Logistic Regression (LR) and Multinomial Naive Bayes (MNB) on 549,347 labelled URLs.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Achieve sub-millisecond inference time with no GPU or external network dependencies.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Secondary Objectives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Deploy the best model in a Flask web application for real-time live URL classification.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Evaluate thoroughly using Accuracy, Precision, Recall, F1-Score, AUC-ROC, and confusion matrices.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Demonstrate that deep learning is NOT required for near state-of-the-art phishing detection.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Expected Outcome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 lightweight, interpretable, scalable phishing URL detector suitable for browser extensions, DNS filters, and API gateways.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Prior Work (Selected Studies)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Ma et al. (2009) LR + lexical + WHOIS features; online learning; ~99%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Garera et al. (2007) Logistic Regression on URL structure; ~95%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Sahingoz et al. (2019) 7 ML models with 73 hand-crafted URL features; 97.98%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Yuan et al. (2018) CNN on character-level URL representations; 98.2%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Le et al. (2018) </a:t>
            </a:r>
            <a:r>
              <a:rPr lang="en-US" sz="1900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URLNet</a:t>
            </a: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: combined character and word-level CNN; 98.05%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Rao &amp; Pais (2019) DOM + URL features via Chrome extension; ~98.4% accuracy.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Research Gap Identified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Most top systems depend on hand-crafted features or full DOM parsing high latency, complex deployment.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Our approach: raw URL string → TF-IDF → classical classifier — simpler, faster, deployable on commodity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Kaggle Phishing Site URLs Dataset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Source: taruntiwarihp on Kaggle aggregated from PhishTank, DMOZ, OpenPhish, ISCX-URL 2016.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Total Samples: 549,347 labelled URLs.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Legitimate URLs: 428,103 (77.93%) | Phishing URLs: 121,244 (22.07%).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Feature: Raw URL string only. Label: good / bad (binary).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Train/Test Split: 80% training (439,478) / 20% testing (~109,869).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Class Imbalance Consideration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 is significantly imbalanced (~78% benign, ~22% phishing) realistic for real traffic.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 naive classifier predicting ‘legitimate’ always would score 78% raw accuracy alone is a weak metric.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Therefore, we emphasise Recall and F1-Score a missed phishing URL has worse consequences than a false positive.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TF-IDF Feature Extraction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 manual feature engineering raw URL strings fed directly into a TF-IDF vectoriser.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Character n-gram analyser (char_wb), n-gram range: 3-5 characters, up to 500,000 features.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Surfaces recurring patterns like “paypal-secure”, “login-verify” automatically.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Pipeline Steps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1. Raw URL input received via Flask web form.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2. Preprocessing: strip http(s):// and www. prefixes using regex.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3. TF-IDF Vectorisation: cleaned URL transformed by pre-fitted vectorizer.pkl.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4. Model Inference: LR or MNB returns a phishing probability score.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5. Threshold &amp; Label: score ≥ 0.5 → Phishing; below 0.5 → Legitimate.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6. Result: “Safe ✓” or “Phishing ✗” displayed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Logistic Regression (Primary Model)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phishing probability: P(y=1|x) = σ(wᵀx + b)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L2 regularisation with penalty C selected via cross-validation to prevent overfitting.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Well-calibrated probabilities threshold tunable to favour recall or precision.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Interpretable: weight vector shows which URL substrings drive phishing scores (e.g., ‘verify-account’, ‘secure-login’).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Multinomial Naive Bayes (Baseline)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Applies Bayes theorem: P(y|x) ∝ P(y) × ∏ P(xᵢ|y)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Laplace smoothing with alpha tuned via cross-validation.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3-4x faster to train than LR due to closed-form solution.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Strong baseline on TF-IDF frequency data despite independence assumption.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Why Classical ML?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 GPU required. Training completes in seconds. Inference under 1 ms. Fully interpretable.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Workflow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End-to-End System Pipeline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User submits URL → Flask Web Interface → Preprocessing Module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Preprocessing → TF-IDF Vectoriser (vectorizer.pkl) → Sparse Feature Vector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Vector → LR/MNB Classifier → Probability Score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Score ≥ 0.5 → PHISHING ❌ | Score &lt; 0.5 → LEGITIMATE ✅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Technology Stack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Language: Python 3.10 | ML Library: scikit-learn 1.3 | Framework: Flask 3.0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Vectoriser: TF-IDF (char_wb analyser, 3-5 gram, 500K max features)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Serialisation: Python pickle (.pkl) for both model and vectoriser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Hardware: Intel Core i5, 8 GB RAM no GPU required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Deployment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Both LR (phishing.pkl) and MNB (phishing_mnb.pkl) available; same vectorizer.pkl at inference.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Development Environment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Python 3.10 + scikit-learn 1.3 + Flask 3.0 on Intel Core i5, 8 GB RAM.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Full training on 439,478 URL samples; testing on 109,869 samples (seed=42 for reproducibility).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Implementation Steps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1: Data loading and label encoding from Kaggle CSV dataset.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URL preprocessing strip protocol prefixes, lowercase normalisation.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3: TF-IDF fit on training set; transform both train and test sets.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4: Cross-validation for hyperparameter tuning (C for LR, alpha for MNB).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5: Model training and serialisation using pickle.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Step 6: Flask app with a single-page form; loads model + vectoriser at startup.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Training Time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Regression: ~12 seconds on CPU | Multinomial Naive Bayes: ~4 seconds on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Performance Metrics Summary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Regression: Accuracy 96.4% | Precision 95.8% | Recall 94.2% | F1 95.0% | AUC 0.984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Multinomial Naive Bayes: Accuracy 94.1% | Precision 93.5% | Recall 91.8% | F1 92.6% | AUC 0.971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Both models: Inference time &lt; 1 ms per URL — suitable for real-time deployment.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Observations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LR outperforms MNB across ALL reported metrics consistently.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Recall gap of 2.4 percentage points (94.2% vs 91.8%) — LR misses significantly fewer phishing URLs.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LR False Negatives: 5,622 | MNB False Negatives: 7,984 — 2,362 more threats missed by MNB.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LR AUC of 0.984 indicates near-perfect class separability.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Learning Curves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LR: Train 96.4% / Validation 95.1% — narrow gap, no significant overfitting.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MNB: Train 93.5% / Validation 91.2% — converges faster but plateaus at lower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Advantages of This Approach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 Page Access Required — classification from URL string alone; no network requests, no browser rendering, no WHOIS calls.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Real-Time Performance — sub-millisecond inference; live Flask demo classifies URLs in &lt;1 ms.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Interpretable — LR weight vector reveals exactly which URL substrings drive phishing scores; aids analyst trust.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Scalable — full retrain completes in ~12 seconds on commodity hardware; daily/weekly refresh possible without GPU.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Competitive Accuracy — 96.4% accuracy using zero manually crafted features vs. 97.98% by Sahingoz et al. using 73 engineered features.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Zero External Dependencies — no third-party APIs; works fully offline.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Deployable Anywhere — browser extensions, DNS-layer filters, API gateways, proxy servers.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Current Limitations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Zero-Day Resistance - freshly registered, clean-looking short domains evade URL-pattern detection; nothing in the URL string signals danger.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Static Model - must be periodically retrained as attackers adapt URL crafting tactics; no real-time adaptation.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Class Imbalance - dataset is 78% legitimate; model may still be biased toward predicting legitimate class in edge cases.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URL-Only Features - ignores page content, certificate validity, domain age, and WHOIS data which could further improve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No Adversarial Robustness Testing - adversarial URL crafting (e.g., deliberate obfuscation) not evaluated.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Practical Constraints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False Negative Rate ~26% (LR) - roughly 1 in 4 phishing URLs slip through in worst case.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Threshold fixed at 0.5 - operational tuning per deployment context not yet automated.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Planned Extensions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Lightweight DOM Metadata - incorporate page title and meta tags without full browser rendering to boost accuracy.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Ensemble Model - combine LR + MNB + Random Forest for improved robustness and lower false negative rate.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Incremental Online Learning - enable continuous model adaptation as new phishing patterns emerge in real time.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Browser Extension Deployment - package classifier as a Chrome/Firefox extension for tab-level URL screening.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Research Directions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Adversarial URL Testing - evaluate model robustness against deliberately obfuscated phishing URLs.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Deep Learning Hybrid - explore lightweight LSTM or transformer on URL characters for marginal accuracy gains.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Multilingual &amp; Internationalised Domains - extend to IDN phishing and non-ASCII URL patterns.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Active Learning Pipeline - flag uncertain predictions for analyst review and feed corrections back into 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Summary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demonstrates that fast, practical phishing detection using URL strings alone with classical ML is fully achievable.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 achieved: 96.4% Accuracy, 95.0% F1-Score, AUC 0.984 on 549,347 URLs.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Multinomial Naive Bayes achieved: 94.1% Accuracy, 92.6% F1-Score, AUC 0.971.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Both models deliver sub-millisecond inference with zero GPU requirement.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Takeaway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Deep learning is NOT a prerequisite for near-state-of-the-art phishing detection.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 carefully tuned TF-IDF + Logistic Regression pipeline covers most of the performance gap at a fraction of the complexity.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resulting system is deployable in browser extensions, DNS filters, and API gateways wherever URL-level screening is warranted.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Impact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Contributes a reproducible, lightweight baseline for cybersecurity researchers and practitioners building URL-based threat detection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CC2200"/>
                </a:solidFill>
                <a:latin typeface="Times New Roman" panose="02020603050405020304" pitchFamily="18" charset="0"/>
              </a:rPr>
              <a:t>Key References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[1] Ma et al. — Identifying Suspicious URLs: Large-Scale Online Learning. ICML, 2009.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[2] Garera et al. — Framework for Detection and Measurement of Phishing Attacks. ACM WORM, 2007.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[3] Mohammad et al. — Predicting Phishing Websites via Self-Structuring Neural Network. Neural Comput. Appl., 2014.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[4] Sahingoz et al. — Machine Learning Based Phishing Detection from URLs. Expert Syst. Appl., 2019.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[5] Zouina &amp; Outtaj — Lightweight URL Phishing Detection using SVM. Human-centric Comput. Inf. Sci., 2017.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[6] Vazhayil et al. — Comparative Study of ML for URL-Based Phishing Detection. ICSCC, 2018.</a:t>
            </a:r>
          </a:p>
          <a:p>
            <a:pPr marL="457200" lvl="0" indent="-317500">
              <a:buClr>
                <a:srgbClr val="CC22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[7] Yuan et al. — Malicious URL Detection via Character-Level CNN. IEEE ICDEW, 2018.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34711</TotalTime>
  <Words>2173</Words>
  <Application>Microsoft Office PowerPoint</Application>
  <PresentationFormat>On-screen Show (4:3)</PresentationFormat>
  <Paragraphs>224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Tejasvi Jhamta</cp:lastModifiedBy>
  <cp:revision>2301</cp:revision>
  <dcterms:created xsi:type="dcterms:W3CDTF">2010-04-09T07:36:15Z</dcterms:created>
  <dcterms:modified xsi:type="dcterms:W3CDTF">2026-05-18T10:54:24Z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